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430C-C70D-191F-9ECB-17FFE7C77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E30671-7C34-DB82-AC64-4604F9091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815BAD-C277-8F8C-75AD-906DDB43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3A4A0A-BA36-B902-32B6-4623233A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9448C-0918-339E-7B2F-A9E53787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9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E6B5C-E135-BD0D-38B5-3D3FBEE4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CDCE9A-98A6-C245-D15D-59EAA39EF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DDEA8-BA3B-8FF9-555B-D97A0BC7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39807-DDCD-570A-70F9-BDA12314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213833-4F12-4C28-182A-79739E96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17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17BDA8-36E1-30CC-9BB5-7D69A924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F7B77B-7414-F318-0BE3-B502D454C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E09774-D392-B002-3B3E-60E15A90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DE00F-5B0E-E6C2-AACA-AE282B85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CCDFA7-9B3B-B3CA-036D-6270BB12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48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D37D1-1A93-7A10-08F7-CA6989CE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4AC473-FEED-DF9F-EF10-77BE8B050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F997D4-EC76-6D95-C378-3BE63EF90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5103C1-818A-A09D-A1E6-1AD33E37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8ED3AE-FF05-9DFA-C7DC-5FD16CD6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43ED65-9334-16EF-63A5-C967BEA2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25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605E4-7E70-259C-50F3-0BC27F8A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901FB-6D07-4E87-27DF-EFDEFCCE2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5AB572-7306-9F22-1499-EB3FF9C81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3DB80E-DC81-6B0E-BE0E-B1D5117CA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240921-070B-4600-E800-4F7A54937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CABFBD-D41C-68F2-2CD7-8FA7266F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C59919-F9A6-52DC-FFF6-C104B3D2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8CA2A0-D47E-B935-C767-D6FE840F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7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5F301-C61A-7885-A055-A4B00C1D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83EA7E-9058-5477-080D-4A45138C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039940-2302-7C2D-6115-8B627636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AF3F29-8C2D-C6EC-D916-7B9827C0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50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6A4918-F2B9-A0FA-DE3E-6B89074D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E64E3A5-1EEF-7D7C-C2E0-CCD46EC2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FAFF86-EBC3-134E-8C70-35F3B678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7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D83B3-8B78-6AFA-A22D-F9B71D3B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414B4-A129-E71E-1428-706434AEB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3092D8-462C-5ACE-66AB-BCC53B5D5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59BDB-B5AD-F13A-0516-8094420E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2F3440-59B4-961B-1C0E-0F10A966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0C6943-6EB6-5B85-C112-E9D5B507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08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4782-B273-D9F6-61E3-ADEB32B4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F5391D-7CDB-4647-6B51-7147B2683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02B7A3-0E45-E198-09A9-DA4659F4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FA5162-1F86-1741-DE67-40106A856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7502D4-C78A-7E3D-790E-CB105D257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E94845-35F9-EEFF-EE4A-9CEA023E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8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31D55-E69A-9515-1E93-6941CFB5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2F479A-B793-687C-3DD9-08A156F12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62E7A-CA95-432F-2D73-74F2A33E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AFD19-EC6D-C8A5-19A7-0A49FE57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FC2FE-ECF3-F053-D4A7-61B5B8EE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58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8DEE29-7A96-E63A-DC58-2C106280B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6BC2E4-2B99-107A-149B-8322A1D4D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FFA30-0D2E-C40E-802C-635075D2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A3D7E-3F82-46D3-99F2-76C8E15D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F84D2-D6DA-2E80-9279-FE57217F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67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47B2C3-53C4-1E31-2B6A-852E06F8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39C7E7-4BD3-7C92-74A1-4EBADB085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B0E1B3-43A1-1FE5-AD17-C87E69C2D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85BB2-2502-451F-8650-4805D996DD6F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E31A7-0AE1-C424-F339-6EE219CC8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023057-87C9-7FF4-1DE7-DE93857FE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2A702-A9CF-419E-9309-92BD7DA8BB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0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large, commercial plane soaring through a cloudy sky with the sun in the background">
            <a:extLst>
              <a:ext uri="{FF2B5EF4-FFF2-40B4-BE49-F238E27FC236}">
                <a16:creationId xmlns:a16="http://schemas.microsoft.com/office/drawing/2014/main" id="{80C122E1-7102-55BE-4343-08E0FCCDB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9" t="2229" r="11654" b="10306"/>
          <a:stretch>
            <a:fillRect/>
          </a:stretch>
        </p:blipFill>
        <p:spPr bwMode="auto">
          <a:xfrm>
            <a:off x="0" y="-110836"/>
            <a:ext cx="12192000" cy="71304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485D704-0BF4-801E-5058-814A86AFF85A}"/>
              </a:ext>
            </a:extLst>
          </p:cNvPr>
          <p:cNvSpPr/>
          <p:nvPr/>
        </p:nvSpPr>
        <p:spPr>
          <a:xfrm>
            <a:off x="0" y="-21772"/>
            <a:ext cx="12192000" cy="6879771"/>
          </a:xfrm>
          <a:prstGeom prst="rect">
            <a:avLst/>
          </a:prstGeom>
          <a:gradFill>
            <a:gsLst>
              <a:gs pos="1000">
                <a:schemeClr val="tx1">
                  <a:alpha val="0"/>
                </a:schemeClr>
              </a:gs>
              <a:gs pos="36000">
                <a:srgbClr val="000000">
                  <a:alpha val="48000"/>
                </a:srgbClr>
              </a:gs>
              <a:gs pos="56000">
                <a:srgbClr val="000000">
                  <a:alpha val="69000"/>
                </a:srgbClr>
              </a:gs>
              <a:gs pos="19000">
                <a:schemeClr val="tx1">
                  <a:alpha val="25000"/>
                </a:schemeClr>
              </a:gs>
              <a:gs pos="76000">
                <a:schemeClr val="tx1">
                  <a:alpha val="76000"/>
                </a:schemeClr>
              </a:gs>
            </a:gsLst>
            <a:path path="circle">
              <a:fillToRect l="100000" t="100000"/>
            </a:path>
          </a:gra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FB3867-6750-4C0F-B1F6-62C59457E40D}"/>
              </a:ext>
            </a:extLst>
          </p:cNvPr>
          <p:cNvSpPr/>
          <p:nvPr/>
        </p:nvSpPr>
        <p:spPr>
          <a:xfrm>
            <a:off x="700087" y="1518086"/>
            <a:ext cx="66675" cy="11525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8070E-CB26-CCA8-ADD6-A899E8C775AA}"/>
              </a:ext>
            </a:extLst>
          </p:cNvPr>
          <p:cNvSpPr txBox="1"/>
          <p:nvPr/>
        </p:nvSpPr>
        <p:spPr>
          <a:xfrm>
            <a:off x="733425" y="1586518"/>
            <a:ext cx="75914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FFE699"/>
                </a:solidFill>
              </a:rPr>
              <a:t>항공 지연 예측 및 </a:t>
            </a:r>
            <a:endParaRPr lang="en-US" altLang="ko-KR" sz="3000" dirty="0">
              <a:solidFill>
                <a:srgbClr val="FFE699"/>
              </a:solidFill>
            </a:endParaRPr>
          </a:p>
          <a:p>
            <a:r>
              <a:rPr lang="en-US" altLang="ko-KR" sz="3000" dirty="0">
                <a:solidFill>
                  <a:srgbClr val="FFE699"/>
                </a:solidFill>
              </a:rPr>
              <a:t>RAG </a:t>
            </a:r>
            <a:r>
              <a:rPr lang="ko-KR" altLang="en-US" sz="3000" dirty="0">
                <a:solidFill>
                  <a:srgbClr val="FFE699"/>
                </a:solidFill>
              </a:rPr>
              <a:t>활용 맞춤형 보상 자동 안내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916B6-9005-1DEA-862D-D3B0F947B85E}"/>
              </a:ext>
            </a:extLst>
          </p:cNvPr>
          <p:cNvSpPr txBox="1"/>
          <p:nvPr/>
        </p:nvSpPr>
        <p:spPr>
          <a:xfrm>
            <a:off x="666750" y="5706159"/>
            <a:ext cx="331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E699"/>
                </a:solidFill>
              </a:rPr>
              <a:t>1</a:t>
            </a:r>
            <a:r>
              <a:rPr lang="ko-KR" altLang="en-US" dirty="0">
                <a:solidFill>
                  <a:srgbClr val="FFE699"/>
                </a:solidFill>
              </a:rPr>
              <a:t>조</a:t>
            </a:r>
            <a:r>
              <a:rPr lang="en-US" altLang="ko-KR" dirty="0">
                <a:solidFill>
                  <a:srgbClr val="FFE699"/>
                </a:solidFill>
              </a:rPr>
              <a:t>(4Vector)</a:t>
            </a:r>
            <a:r>
              <a:rPr lang="ko-KR" altLang="en-US" dirty="0">
                <a:solidFill>
                  <a:srgbClr val="FFE699"/>
                </a:solidFill>
              </a:rPr>
              <a:t> </a:t>
            </a:r>
            <a:endParaRPr lang="en-US" altLang="ko-KR" dirty="0">
              <a:solidFill>
                <a:srgbClr val="FFE699"/>
              </a:solidFill>
            </a:endParaRPr>
          </a:p>
          <a:p>
            <a:r>
              <a:rPr lang="ko-KR" altLang="en-US" dirty="0">
                <a:solidFill>
                  <a:srgbClr val="FFE699"/>
                </a:solidFill>
              </a:rPr>
              <a:t>김재호 김민호 </a:t>
            </a:r>
            <a:r>
              <a:rPr lang="ko-KR" altLang="en-US" dirty="0" err="1">
                <a:solidFill>
                  <a:srgbClr val="FFE699"/>
                </a:solidFill>
              </a:rPr>
              <a:t>신형준</a:t>
            </a:r>
            <a:r>
              <a:rPr lang="ko-KR" altLang="en-US" dirty="0">
                <a:solidFill>
                  <a:srgbClr val="FFE699"/>
                </a:solidFill>
              </a:rPr>
              <a:t> 이희성 </a:t>
            </a:r>
          </a:p>
        </p:txBody>
      </p:sp>
    </p:spTree>
    <p:extLst>
      <p:ext uri="{BB962C8B-B14F-4D97-AF65-F5344CB8AC3E}">
        <p14:creationId xmlns:p14="http://schemas.microsoft.com/office/powerpoint/2010/main" val="177947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711016-E28B-2866-BEC8-C433EC2D47A5}"/>
              </a:ext>
            </a:extLst>
          </p:cNvPr>
          <p:cNvSpPr txBox="1"/>
          <p:nvPr/>
        </p:nvSpPr>
        <p:spPr>
          <a:xfrm>
            <a:off x="622588" y="602218"/>
            <a:ext cx="75914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FFE699"/>
                </a:solidFill>
              </a:rPr>
              <a:t>목차</a:t>
            </a:r>
            <a:endParaRPr lang="en-US" altLang="ko-KR" sz="3000" dirty="0">
              <a:solidFill>
                <a:srgbClr val="FFE699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C396CE-C972-9098-53AF-2619CE5565F2}"/>
              </a:ext>
            </a:extLst>
          </p:cNvPr>
          <p:cNvCxnSpPr>
            <a:cxnSpLocks/>
          </p:cNvCxnSpPr>
          <p:nvPr/>
        </p:nvCxnSpPr>
        <p:spPr>
          <a:xfrm>
            <a:off x="1634836" y="879217"/>
            <a:ext cx="10692000" cy="0"/>
          </a:xfrm>
          <a:prstGeom prst="line">
            <a:avLst/>
          </a:prstGeom>
          <a:ln w="28575">
            <a:solidFill>
              <a:srgbClr val="FFE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40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14F15-1C92-3C60-9F2D-F9040638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317FDA-5941-66C6-3F8F-13EAAD98699D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배경 및 목적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6816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542EC-4973-87F0-DF91-8579CC5A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B9131F-EE6F-536D-77CE-D578B85D7E9B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개발 환경 및 워크플로우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B9AAC0F-1085-F521-7A77-85EB1C6518F8}"/>
              </a:ext>
            </a:extLst>
          </p:cNvPr>
          <p:cNvSpPr/>
          <p:nvPr/>
        </p:nvSpPr>
        <p:spPr>
          <a:xfrm>
            <a:off x="720434" y="1683325"/>
            <a:ext cx="1717966" cy="7758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Prediction </a:t>
            </a:r>
          </a:p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D482905-7A8F-2A65-2D15-CC7616867438}"/>
              </a:ext>
            </a:extLst>
          </p:cNvPr>
          <p:cNvSpPr/>
          <p:nvPr/>
        </p:nvSpPr>
        <p:spPr>
          <a:xfrm>
            <a:off x="720434" y="4722668"/>
            <a:ext cx="1717966" cy="7758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RAG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6F64EC1-7FEB-157E-EF51-1564095D6A83}"/>
              </a:ext>
            </a:extLst>
          </p:cNvPr>
          <p:cNvSpPr/>
          <p:nvPr/>
        </p:nvSpPr>
        <p:spPr>
          <a:xfrm>
            <a:off x="4692064" y="1683326"/>
            <a:ext cx="1477818" cy="775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3B86DCE-2C22-AA8F-5E88-095E7EE049C5}"/>
              </a:ext>
            </a:extLst>
          </p:cNvPr>
          <p:cNvSpPr/>
          <p:nvPr/>
        </p:nvSpPr>
        <p:spPr>
          <a:xfrm>
            <a:off x="2826323" y="1683326"/>
            <a:ext cx="1477818" cy="775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CC99020-BD9C-E63B-0BCC-89D37167AFCA}"/>
              </a:ext>
            </a:extLst>
          </p:cNvPr>
          <p:cNvSpPr/>
          <p:nvPr/>
        </p:nvSpPr>
        <p:spPr>
          <a:xfrm>
            <a:off x="6497777" y="1683325"/>
            <a:ext cx="1477818" cy="775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B9470B-11E7-20E4-9B84-E39580F9859F}"/>
              </a:ext>
            </a:extLst>
          </p:cNvPr>
          <p:cNvSpPr/>
          <p:nvPr/>
        </p:nvSpPr>
        <p:spPr>
          <a:xfrm>
            <a:off x="6562439" y="4722666"/>
            <a:ext cx="1477818" cy="775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26B2B7-AE38-1EAF-FED1-274EDA313ECB}"/>
              </a:ext>
            </a:extLst>
          </p:cNvPr>
          <p:cNvSpPr/>
          <p:nvPr/>
        </p:nvSpPr>
        <p:spPr>
          <a:xfrm>
            <a:off x="4692064" y="4722667"/>
            <a:ext cx="1477818" cy="775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E3D297-36E3-376D-3A91-F2FE821B4C3D}"/>
              </a:ext>
            </a:extLst>
          </p:cNvPr>
          <p:cNvSpPr/>
          <p:nvPr/>
        </p:nvSpPr>
        <p:spPr>
          <a:xfrm>
            <a:off x="2826323" y="4722668"/>
            <a:ext cx="1477818" cy="775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4F83BA0-F197-F8F5-B57A-76814742BEBA}"/>
              </a:ext>
            </a:extLst>
          </p:cNvPr>
          <p:cNvSpPr/>
          <p:nvPr/>
        </p:nvSpPr>
        <p:spPr>
          <a:xfrm>
            <a:off x="8303490" y="1564120"/>
            <a:ext cx="1477818" cy="4048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5502C39-1C45-45C0-C2E3-2F775C8B8E2A}"/>
              </a:ext>
            </a:extLst>
          </p:cNvPr>
          <p:cNvSpPr/>
          <p:nvPr/>
        </p:nvSpPr>
        <p:spPr>
          <a:xfrm>
            <a:off x="10044541" y="1564120"/>
            <a:ext cx="1477818" cy="40484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15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B8A9-3AB2-590C-392D-AEC6F4E0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EE0A02-EFFB-9792-C0EA-AF0D246D386B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팀원별</a:t>
            </a:r>
            <a:r>
              <a:rPr lang="ko-KR" altLang="en-US" dirty="0"/>
              <a:t> 역할 분담</a:t>
            </a:r>
            <a:endParaRPr lang="en-US" altLang="ko-KR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3C8CE19-E76E-8D47-E3F3-B93BB2721805}"/>
              </a:ext>
            </a:extLst>
          </p:cNvPr>
          <p:cNvSpPr/>
          <p:nvPr/>
        </p:nvSpPr>
        <p:spPr>
          <a:xfrm>
            <a:off x="1016000" y="1357745"/>
            <a:ext cx="3315855" cy="1385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Team Prediction Model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7035062-3BB0-3D40-0BE5-3D31CBE95298}"/>
              </a:ext>
            </a:extLst>
          </p:cNvPr>
          <p:cNvSpPr/>
          <p:nvPr/>
        </p:nvSpPr>
        <p:spPr>
          <a:xfrm>
            <a:off x="1016000" y="2958522"/>
            <a:ext cx="3315855" cy="1385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Team RAG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95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B4C0-D3E3-80EF-5F3B-7081B2ED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57F70C-3A12-A5E5-0B03-7F7C7731DFDA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수행 일정 및 주요 활동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819B00-0445-987B-7943-5E34EA971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67" y="1329767"/>
            <a:ext cx="11511866" cy="394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22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CF5E2-B781-CE24-B846-E0AFA924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3F8DAD-97B9-762E-48C3-3BC36337A9DA}"/>
              </a:ext>
            </a:extLst>
          </p:cNvPr>
          <p:cNvSpPr txBox="1"/>
          <p:nvPr/>
        </p:nvSpPr>
        <p:spPr>
          <a:xfrm>
            <a:off x="2552700" y="305966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예측 모델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078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5EF6-0989-85CD-9D59-9AE8EB9B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281536-4350-CAE2-9A5B-D51825E0968D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수집 및 </a:t>
            </a:r>
            <a:r>
              <a:rPr lang="ko-KR" altLang="en-US" dirty="0" err="1"/>
              <a:t>전처리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9159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3AB0-CCDD-6A2C-58D9-DBA8E407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464238-F198-33A7-74BF-49DDB41F05B4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0046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EC04A-C65C-583C-3A35-7DEE7D9F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A0F6C2-477A-64AF-78BF-A4613EDF846D}"/>
              </a:ext>
            </a:extLst>
          </p:cNvPr>
          <p:cNvSpPr txBox="1"/>
          <p:nvPr/>
        </p:nvSpPr>
        <p:spPr>
          <a:xfrm>
            <a:off x="5848350" y="3244334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415634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5DD9-86A8-24AA-5755-4C5F3596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2387C7-4EEC-F3A2-DEA8-B6B59ECA3B1B}"/>
              </a:ext>
            </a:extLst>
          </p:cNvPr>
          <p:cNvSpPr txBox="1"/>
          <p:nvPr/>
        </p:nvSpPr>
        <p:spPr>
          <a:xfrm>
            <a:off x="447675" y="60221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수집 및 </a:t>
            </a:r>
            <a:r>
              <a:rPr lang="ko-KR" altLang="en-US" dirty="0" err="1"/>
              <a:t>전처리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295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969A-8297-0E7E-56E1-016CAC47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E5B52B-4F14-3A34-1406-45517DDA94C3}"/>
              </a:ext>
            </a:extLst>
          </p:cNvPr>
          <p:cNvSpPr txBox="1"/>
          <p:nvPr/>
        </p:nvSpPr>
        <p:spPr>
          <a:xfrm>
            <a:off x="4686300" y="2116693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모델 제작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3013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3578-6733-C2DD-D4A6-99D01DEF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506244-8B68-D1FA-CD39-E84F4F129E8A}"/>
              </a:ext>
            </a:extLst>
          </p:cNvPr>
          <p:cNvSpPr txBox="1"/>
          <p:nvPr/>
        </p:nvSpPr>
        <p:spPr>
          <a:xfrm>
            <a:off x="4591050" y="2869168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대시보드 시연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9394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75B4-274F-8DB7-DCD3-92CB22F6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FCABE1-E257-2913-2BEA-F33281B2A44C}"/>
              </a:ext>
            </a:extLst>
          </p:cNvPr>
          <p:cNvSpPr txBox="1"/>
          <p:nvPr/>
        </p:nvSpPr>
        <p:spPr>
          <a:xfrm>
            <a:off x="4686300" y="2116693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성과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284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64</Words>
  <Application>Microsoft Office PowerPoint</Application>
  <PresentationFormat>와이드스크린</PresentationFormat>
  <Paragraphs>22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Kim</dc:creator>
  <cp:lastModifiedBy>Jay Kim</cp:lastModifiedBy>
  <cp:revision>4</cp:revision>
  <dcterms:created xsi:type="dcterms:W3CDTF">2026-01-15T14:42:53Z</dcterms:created>
  <dcterms:modified xsi:type="dcterms:W3CDTF">2026-01-16T06:09:41Z</dcterms:modified>
</cp:coreProperties>
</file>